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5"/>
  </p:notesMasterIdLst>
  <p:sldIdLst>
    <p:sldId id="256" r:id="rId2"/>
    <p:sldId id="268" r:id="rId3"/>
    <p:sldId id="269" r:id="rId4"/>
    <p:sldId id="276" r:id="rId5"/>
    <p:sldId id="272" r:id="rId6"/>
    <p:sldId id="273" r:id="rId7"/>
    <p:sldId id="280" r:id="rId8"/>
    <p:sldId id="274" r:id="rId9"/>
    <p:sldId id="275" r:id="rId10"/>
    <p:sldId id="270" r:id="rId11"/>
    <p:sldId id="278" r:id="rId12"/>
    <p:sldId id="27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73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5D675-1F46-4B87-A5F8-67DB0C31E21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386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9043" y="-79268"/>
            <a:ext cx="8915399" cy="3497877"/>
          </a:xfrm>
        </p:spPr>
        <p:txBody>
          <a:bodyPr>
            <a:noAutofit/>
          </a:bodyPr>
          <a:lstStyle/>
          <a:p>
            <a:pPr algn="ctr"/>
            <a:br>
              <a:rPr lang="en-IN" sz="3600" b="1" dirty="0"/>
            </a:br>
            <a:br>
              <a:rPr lang="en-IN" sz="3600" b="1" dirty="0"/>
            </a:br>
            <a:br>
              <a:rPr lang="en-IN" sz="3600" b="1" dirty="0"/>
            </a:br>
            <a:br>
              <a:rPr lang="en-IN" sz="3600" b="1" dirty="0"/>
            </a:br>
            <a:br>
              <a:rPr lang="en-IN" sz="3600" b="1" dirty="0"/>
            </a:br>
            <a:br>
              <a:rPr lang="en-IN" sz="3600" b="1" dirty="0"/>
            </a:br>
            <a:br>
              <a:rPr lang="en-IN" sz="3600" b="1" dirty="0"/>
            </a:br>
            <a:br>
              <a:rPr lang="en-IN" sz="3600" b="1" dirty="0"/>
            </a:br>
            <a:br>
              <a:rPr lang="en-IN" sz="3600" b="1" dirty="0"/>
            </a:br>
            <a:br>
              <a:rPr lang="en-IN" sz="3600" b="1" dirty="0"/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Presentation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AI  AUTOFILLER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7440" y="3078480"/>
            <a:ext cx="10935335" cy="3139129"/>
          </a:xfrm>
        </p:spPr>
        <p:txBody>
          <a:bodyPr>
            <a:normAutofit fontScale="92500"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400" b="1" dirty="0"/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Mayank Bhatt</a:t>
            </a:r>
            <a:r>
              <a:rPr lang="en-IN" sz="2400" b="1" dirty="0"/>
              <a:t>                                     	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Pushpraj Singhal (0827IT231107)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External Guide:                                                  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Samyak Choudhary (0827IT231117)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Shubham Patel       					 		 </a:t>
            </a:r>
            <a:r>
              <a:rPr lang="en-IN" sz="2500" b="1" dirty="0"/>
              <a:t>Vinay </a:t>
            </a:r>
            <a:r>
              <a:rPr lang="en-IN" sz="2500" b="1" dirty="0" err="1"/>
              <a:t>kumar</a:t>
            </a:r>
            <a:r>
              <a:rPr lang="en-IN" sz="2500" b="1" dirty="0"/>
              <a:t> Patel (0827IT231145</a:t>
            </a:r>
            <a:r>
              <a:rPr lang="en-IN" sz="2400" b="1" dirty="0"/>
              <a:t>)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												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Devesh Talreja (0827IT243D03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0CFABB-EEA2-BED1-44A3-59458F78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4BE50-E2CC-2B1B-26C2-BE432FB7985C}"/>
              </a:ext>
            </a:extLst>
          </p:cNvPr>
          <p:cNvSpPr txBox="1"/>
          <p:nvPr/>
        </p:nvSpPr>
        <p:spPr>
          <a:xfrm>
            <a:off x="1533055" y="1152907"/>
            <a:ext cx="955204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b="1" dirty="0"/>
              <a:t>Smart AI Autofill System</a:t>
            </a:r>
            <a:r>
              <a:rPr lang="en-IN" sz="2100" dirty="0"/>
              <a:t> is an AI-powered form automation application.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/>
              <a:t>It helps users </a:t>
            </a:r>
            <a:r>
              <a:rPr lang="en-IN" sz="2100" b="1" dirty="0"/>
              <a:t>fill forms automatically</a:t>
            </a:r>
            <a:r>
              <a:rPr lang="en-IN" sz="2100" dirty="0"/>
              <a:t> on websites and Android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/>
              <a:t> Stores personal information in </a:t>
            </a:r>
            <a:r>
              <a:rPr lang="en-IN" sz="2100" b="1" dirty="0"/>
              <a:t>secure, customizable profiles</a:t>
            </a:r>
            <a:r>
              <a:rPr lang="en-IN" sz="21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/>
              <a:t>Uses </a:t>
            </a:r>
            <a:r>
              <a:rPr lang="en-IN" sz="2100" b="1" dirty="0"/>
              <a:t>Accessibility Service and AI Field Recognition</a:t>
            </a:r>
            <a:r>
              <a:rPr lang="en-IN" sz="2100" dirty="0"/>
              <a:t> to detect form fields.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/>
              <a:t> Supports </a:t>
            </a:r>
            <a:r>
              <a:rPr lang="en-IN" sz="2100" b="1" dirty="0"/>
              <a:t>OCR document scanning</a:t>
            </a:r>
            <a:r>
              <a:rPr lang="en-IN" sz="2100" dirty="0"/>
              <a:t> for Aadhaar, PAN, Marksheet, Passport,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/>
              <a:t>Automatically extracts and saves information from scanned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/>
              <a:t> Provides a </a:t>
            </a:r>
            <a:r>
              <a:rPr lang="en-IN" sz="2100" b="1" dirty="0"/>
              <a:t>floating Autofill Bubble</a:t>
            </a:r>
            <a:r>
              <a:rPr lang="en-IN" sz="2100" dirty="0"/>
              <a:t> for one-tap form filling.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/>
              <a:t>Uses </a:t>
            </a:r>
            <a:r>
              <a:rPr lang="en-IN" sz="2100" b="1" dirty="0"/>
              <a:t>on-device AI and ML Kit</a:t>
            </a:r>
            <a:r>
              <a:rPr lang="en-IN" sz="2100" dirty="0"/>
              <a:t> for accurate field matching and multilingual support.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/>
              <a:t>Ensures </a:t>
            </a:r>
            <a:r>
              <a:rPr lang="en-IN" sz="2100" b="1" dirty="0"/>
              <a:t>privacy and security</a:t>
            </a:r>
            <a:r>
              <a:rPr lang="en-IN" sz="2100" dirty="0"/>
              <a:t> through encrypted local storage, PIN lock, and biometric authentication.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/>
              <a:t>Reduces manual typing, saves time, and minimizes data entry errors.</a:t>
            </a:r>
            <a:endParaRPr lang="en-US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D6A61-CE28-35F1-A111-8CC663622748}"/>
              </a:ext>
            </a:extLst>
          </p:cNvPr>
          <p:cNvSpPr txBox="1"/>
          <p:nvPr/>
        </p:nvSpPr>
        <p:spPr>
          <a:xfrm>
            <a:off x="3718232" y="343388"/>
            <a:ext cx="5384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IN" sz="2700" b="1" dirty="0"/>
              <a:t>Project Overview</a:t>
            </a:r>
            <a:endParaRPr lang="en-GB" sz="2700" b="1" dirty="0"/>
          </a:p>
        </p:txBody>
      </p:sp>
    </p:spTree>
    <p:extLst>
      <p:ext uri="{BB962C8B-B14F-4D97-AF65-F5344CB8AC3E}">
        <p14:creationId xmlns:p14="http://schemas.microsoft.com/office/powerpoint/2010/main" val="2243505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F6BFF2-C616-AF4D-C703-223A60D4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3</a:t>
            </a:fld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943B642-027C-8A00-08AA-EA9FC60AC1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91265448-A330-5383-A1A1-0B9D0706BF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061BD3-B46E-613F-A1FD-38836B58F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198455"/>
              </p:ext>
            </p:extLst>
          </p:nvPr>
        </p:nvGraphicFramePr>
        <p:xfrm>
          <a:off x="4412767" y="284862"/>
          <a:ext cx="3976065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6065">
                  <a:extLst>
                    <a:ext uri="{9D8B030D-6E8A-4147-A177-3AD203B41FA5}">
                      <a16:colId xmlns:a16="http://schemas.microsoft.com/office/drawing/2014/main" val="424614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IN" sz="2700" b="1" dirty="0"/>
                        <a:t>Problem 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4609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2E226B-25B1-7CA6-A959-64D436F31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31885"/>
              </p:ext>
            </p:extLst>
          </p:nvPr>
        </p:nvGraphicFramePr>
        <p:xfrm>
          <a:off x="2443746" y="1048430"/>
          <a:ext cx="7914105" cy="5013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14105">
                  <a:extLst>
                    <a:ext uri="{9D8B030D-6E8A-4147-A177-3AD203B41FA5}">
                      <a16:colId xmlns:a16="http://schemas.microsoft.com/office/drawing/2014/main" val="996874314"/>
                    </a:ext>
                  </a:extLst>
                </a:gridCol>
              </a:tblGrid>
              <a:tr h="345016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/>
                        <a:t>Users repeatedly enter the same personal information in multiple online forms.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/>
                        <a:t>Manual form filling is time-consuming and prone to errors.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/>
                        <a:t>Different websites and applications require similar data repeatedly.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/>
                        <a:t> Existing autofill solutions have limited support across all apps and forms.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/>
                        <a:t>Uploading information from documents such as Aadhaar, PAN, and marksheets is often a manual process.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/>
                        <a:t>Managing multiple personal, academic, and professional records can be difficult.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/>
                        <a:t>Data privacy and security concerns exist when using cloud-based autofill services.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/>
                        <a:t>There is a need for a secure, intelligent, and universal form-filling solution.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/>
                        <a:t>A smart, AI-powered autofill system is required to automate form completion efficiently.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72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13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6DEA97-60A1-2A82-49A1-026E15E6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21B98-5895-F99D-2446-95637B60B1A4}"/>
              </a:ext>
            </a:extLst>
          </p:cNvPr>
          <p:cNvSpPr txBox="1"/>
          <p:nvPr/>
        </p:nvSpPr>
        <p:spPr>
          <a:xfrm>
            <a:off x="3048866" y="462513"/>
            <a:ext cx="609426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IN" sz="2700" b="1" dirty="0"/>
              <a:t>Existing System &amp; Limitations</a:t>
            </a:r>
            <a:endParaRPr lang="en-US" sz="2700" b="1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7D9573D-5067-58C5-79BB-DFAD507E5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448" y="1262731"/>
            <a:ext cx="9212239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Traditional form filling requires users to manually enter the same information repeatedly.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Most existing autofill solutions work only on supported websites and applications.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Users must switch between documents and forms to copy personal information.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Manual data entry increases the chances of typing mistakes and incomplete submissions.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Existing systems provide limited support for document-based data extraction.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Many autofill tools depend on cloud services, raising privacy concerns. Managing academic, personal, and professional data across multiple platforms is difficult.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Most applications do not offer intelligent field recognition for all types of forms.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Current solutions lack a unified, secure, and AI-powered form automation </a:t>
            </a:r>
            <a:r>
              <a:rPr lang="en-US" sz="2000"/>
              <a:t>platform.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661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FAFB6D-1632-F1AD-187A-FFF9BA06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32E53E-C053-7BC7-D60D-2E22B2C9F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247254"/>
              </p:ext>
            </p:extLst>
          </p:nvPr>
        </p:nvGraphicFramePr>
        <p:xfrm>
          <a:off x="2367667" y="284862"/>
          <a:ext cx="8128000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7313267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indent="-457200" algn="ctr">
                        <a:buFont typeface="Wingdings" panose="05000000000000000000" pitchFamily="2" charset="2"/>
                        <a:buChar char="Ø"/>
                      </a:pPr>
                      <a:r>
                        <a:rPr lang="en-IN" sz="2700" b="1" dirty="0"/>
                        <a:t>Proposed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709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56B957-7FEC-A450-5D29-AA4F874A8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137481"/>
              </p:ext>
            </p:extLst>
          </p:nvPr>
        </p:nvGraphicFramePr>
        <p:xfrm>
          <a:off x="2367666" y="1023656"/>
          <a:ext cx="8018279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18279">
                  <a:extLst>
                    <a:ext uri="{9D8B030D-6E8A-4147-A177-3AD203B41FA5}">
                      <a16:colId xmlns:a16="http://schemas.microsoft.com/office/drawing/2014/main" val="1139264161"/>
                    </a:ext>
                  </a:extLst>
                </a:gridCol>
              </a:tblGrid>
              <a:tr h="464016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AI-powered form automation platform for websites and Android applications.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Automatically detects and identifies form fields using AI and Accessibility Service.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Stores user information in secure, customizable profiles.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One-tap autofill through a floating Autofill Bubble.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OCR-based document scanning for Aadhaar, PAN, Passport, and Marksheets.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Automatically extracts and saves information from scanned documents.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Supports multilingual form recognition and field matching. Ensures privacy through encrypted local storage, PIN lock, and biometric security.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Reduces manual data entry time, improves accuracy, and enhances user productivity.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15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677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2790D5-636D-AE7C-AD5F-12C43BE1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9C236-B910-F36C-6734-1375C63C1ACE}"/>
              </a:ext>
            </a:extLst>
          </p:cNvPr>
          <p:cNvSpPr txBox="1"/>
          <p:nvPr/>
        </p:nvSpPr>
        <p:spPr>
          <a:xfrm>
            <a:off x="4857509" y="279951"/>
            <a:ext cx="247698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IN" sz="2700" b="1" dirty="0"/>
              <a:t>Objectives</a:t>
            </a:r>
            <a:endParaRPr lang="en-US" sz="27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E2421B-A7E7-7EB6-8ABB-DDE568954DF1}"/>
              </a:ext>
            </a:extLst>
          </p:cNvPr>
          <p:cNvSpPr txBox="1"/>
          <p:nvPr/>
        </p:nvSpPr>
        <p:spPr>
          <a:xfrm>
            <a:off x="7940041" y="1686505"/>
            <a:ext cx="4739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C372F52-1544-4856-1E7D-6CCB320E9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3255" y="1147316"/>
            <a:ext cx="760866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To automate form filling across websites and Android applications.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To reduce the time required for repetitive data entry. To accurately detect and identify form fields using AI.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To provide one-tap autofill through a floating Autofill Bubble.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To extract user information from documents using OCR technology.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To securely store personal data using encryption, PIN, and biometric authentication.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To support multilingual form recognition and data matching.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To minimize manual errors during form submission.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To provide a privacy-focused and user-friendly autofill solution.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9000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A0E8-C12A-2DFD-2980-21D26C596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9676" y="308259"/>
            <a:ext cx="3992641" cy="599081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IN" sz="2700" b="1" dirty="0"/>
              <a:t>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F337D4-60C9-95C9-5BC1-3BACB11F3A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02424" y="907340"/>
            <a:ext cx="9338615" cy="5642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/>
              <a:t>User interacts with the Smart AI Autofill application.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/>
              <a:t>User profiles and personal data are stored in a secure local database.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/>
              <a:t>OCR Scanner extracts information from documents such as Aadhaar, PAN, Passport, and Marksheets.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/>
              <a:t>Accessibility Service detects form fields from websites and Android applications.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/>
              <a:t>AI Field Recognition identifies the type of each form field.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/>
              <a:t>Autofill Manager retrieves matching data from the selected profile.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/>
              <a:t>Form fields are automatically filled using stored user information.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/>
              <a:t>Encryption, PIN Lock, and Biometric Authentication protect sensitive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/>
              <a:t>System supports multilingual form recognition and offline profile access. `</a:t>
            </a:r>
          </a:p>
        </p:txBody>
      </p:sp>
    </p:spTree>
    <p:extLst>
      <p:ext uri="{BB962C8B-B14F-4D97-AF65-F5344CB8AC3E}">
        <p14:creationId xmlns:p14="http://schemas.microsoft.com/office/powerpoint/2010/main" val="423506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8AB919-884E-C76B-AE05-BA636649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8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0128AA-9A75-C169-28CF-232DA5AD2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092751"/>
              </p:ext>
            </p:extLst>
          </p:nvPr>
        </p:nvGraphicFramePr>
        <p:xfrm>
          <a:off x="4299352" y="284862"/>
          <a:ext cx="3940536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0536">
                  <a:extLst>
                    <a:ext uri="{9D8B030D-6E8A-4147-A177-3AD203B41FA5}">
                      <a16:colId xmlns:a16="http://schemas.microsoft.com/office/drawing/2014/main" val="1384220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indent="-457200" algn="ctr">
                        <a:buFont typeface="Wingdings" panose="05000000000000000000" pitchFamily="2" charset="2"/>
                        <a:buChar char="Ø"/>
                      </a:pPr>
                      <a:r>
                        <a:rPr lang="en-IN" sz="2700" b="1" dirty="0"/>
                        <a:t>Technologies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7328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528BCD-D161-1AD1-75D7-EADBEB42B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150568"/>
              </p:ext>
            </p:extLst>
          </p:nvPr>
        </p:nvGraphicFramePr>
        <p:xfrm>
          <a:off x="2123733" y="1152907"/>
          <a:ext cx="9012840" cy="50624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2840">
                  <a:extLst>
                    <a:ext uri="{9D8B030D-6E8A-4147-A177-3AD203B41FA5}">
                      <a16:colId xmlns:a16="http://schemas.microsoft.com/office/drawing/2014/main" val="1546540119"/>
                    </a:ext>
                  </a:extLst>
                </a:gridCol>
              </a:tblGrid>
              <a:tr h="4829955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/>
                        <a:t>Kotlin</a:t>
                      </a:r>
                      <a:r>
                        <a:rPr lang="en-IN" sz="2000" dirty="0"/>
                        <a:t> for Android application development.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/>
                        <a:t>Jetpack Compose</a:t>
                      </a:r>
                      <a:r>
                        <a:rPr lang="en-IN" sz="2000" dirty="0"/>
                        <a:t> for modern and responsive user interface design.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/>
                        <a:t>Room Database (SQLite)</a:t>
                      </a:r>
                      <a:r>
                        <a:rPr lang="en-IN" sz="2000" dirty="0"/>
                        <a:t> for local data storage and profile management.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/>
                        <a:t>Android Accessibility Service</a:t>
                      </a:r>
                      <a:r>
                        <a:rPr lang="en-IN" sz="2000" dirty="0"/>
                        <a:t> for detecting and </a:t>
                      </a:r>
                      <a:r>
                        <a:rPr lang="en-IN" sz="2000" dirty="0" err="1"/>
                        <a:t>autofilling</a:t>
                      </a:r>
                      <a:r>
                        <a:rPr lang="en-IN" sz="2000" dirty="0"/>
                        <a:t> form fields.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/>
                        <a:t>Google ML Kit OCR</a:t>
                      </a:r>
                      <a:r>
                        <a:rPr lang="en-IN" sz="2000" dirty="0"/>
                        <a:t> for extracting data from documents.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/>
                        <a:t>ML Kit Language Identification</a:t>
                      </a:r>
                      <a:r>
                        <a:rPr lang="en-IN" sz="2000" dirty="0"/>
                        <a:t> for multilingual form detection.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/>
                        <a:t>ML Kit Translation API</a:t>
                      </a:r>
                      <a:r>
                        <a:rPr lang="en-IN" sz="2000" dirty="0"/>
                        <a:t> for offline language translation support.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 err="1"/>
                        <a:t>EncryptedSharedPreferences</a:t>
                      </a:r>
                      <a:r>
                        <a:rPr lang="en-IN" sz="2000" dirty="0"/>
                        <a:t> for secure data and PIN storage.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 err="1"/>
                        <a:t>CameraX</a:t>
                      </a:r>
                      <a:r>
                        <a:rPr lang="en-IN" sz="2000" dirty="0"/>
                        <a:t> for document scanning and image capture.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/>
                        <a:t>Git and GitHub</a:t>
                      </a:r>
                      <a:r>
                        <a:rPr lang="en-IN" sz="2000" dirty="0"/>
                        <a:t> for version control and project management.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687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160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4A3D6C-0C6B-F739-6383-282F27A7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1FC78-BBC6-3914-7693-17B6CFEECB2A}"/>
              </a:ext>
            </a:extLst>
          </p:cNvPr>
          <p:cNvSpPr txBox="1"/>
          <p:nvPr/>
        </p:nvSpPr>
        <p:spPr>
          <a:xfrm>
            <a:off x="3876680" y="316901"/>
            <a:ext cx="443863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IN" sz="2700" b="1" dirty="0"/>
              <a:t>Working Methodology</a:t>
            </a:r>
            <a:endParaRPr lang="en-US" sz="27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83E2A20-A110-64B5-70DB-3250DB814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9421" y="1034795"/>
            <a:ext cx="8670424" cy="5572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User launches the Smart AI Autofill application.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User creates or selects a profile containing personal information.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User can scan documents using OCR to extract data automatically.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User opens a website or application containing a form.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User taps the floating Autofill Bubble.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Accessibility Service detects visible form fields.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AI Field Recognition identifies field labels and types.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Autofill Manager retrieves matching data from the selected profile.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Form fields are filled automatically and securely.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User reviews the information and submits the form successfully. </a:t>
            </a:r>
          </a:p>
        </p:txBody>
      </p:sp>
    </p:spTree>
    <p:extLst>
      <p:ext uri="{BB962C8B-B14F-4D97-AF65-F5344CB8AC3E}">
        <p14:creationId xmlns:p14="http://schemas.microsoft.com/office/powerpoint/2010/main" val="822921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AB13DA-3BCC-A273-8CD1-4743814B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10</a:t>
            </a:fld>
            <a:endParaRPr lang="en-IN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21517963-5B72-C317-190B-A6077FC582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2A2139-A353-B152-ADBB-1FAD36211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675072"/>
              </p:ext>
            </p:extLst>
          </p:nvPr>
        </p:nvGraphicFramePr>
        <p:xfrm>
          <a:off x="2184400" y="371732"/>
          <a:ext cx="8128000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016827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700" b="1" dirty="0"/>
                        <a:t>Results &amp; Key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40709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043FFB-D4F8-E7DA-F23F-36F93B6F5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525404"/>
              </p:ext>
            </p:extLst>
          </p:nvPr>
        </p:nvGraphicFramePr>
        <p:xfrm>
          <a:off x="2279650" y="1074420"/>
          <a:ext cx="7327900" cy="527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27900">
                  <a:extLst>
                    <a:ext uri="{9D8B030D-6E8A-4147-A177-3AD203B41FA5}">
                      <a16:colId xmlns:a16="http://schemas.microsoft.com/office/drawing/2014/main" val="3036189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 err="1"/>
                        <a:t>orm</a:t>
                      </a:r>
                      <a:r>
                        <a:rPr lang="en-US" sz="2000" dirty="0"/>
                        <a:t> filling time is significantly reduced through automation.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One-tap autofill provides faster data entry than manual methods.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AI-based field recognition improves autofill accuracy.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OCR scanning successfully extracts data from documents such as Aadhaar, PAN, and Marksheets.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Encrypted local storage enhances data privacy and security.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Floating Autofill Bubble improves accessibility and user convenience.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Multilingual support enables form filling across different languages.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Automated form completion reduces human errors and repetitive work.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The system is effective for educational, professional, and government form applications.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001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366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4AD38-0A95-ABF9-2919-742742DC2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590" y="335440"/>
            <a:ext cx="2589868" cy="613458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IN" sz="2700" b="1" dirty="0"/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6F30A5-2D4A-9B83-172D-7A9132B2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11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D9F385-A065-D669-7A0B-0487D603D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6460" y="883694"/>
            <a:ext cx="7731940" cy="5609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-apple-system-body"/>
              </a:rPr>
              <a:t>Smart AI Autofill System provides an intelligent solution for automated form filling.</a:t>
            </a:r>
          </a:p>
          <a:p>
            <a:pPr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-apple-system-body"/>
              </a:rPr>
              <a:t>It reduces repetitive manual data entry and saves significant time.</a:t>
            </a:r>
          </a:p>
          <a:p>
            <a:pPr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-apple-system-body"/>
              </a:rPr>
              <a:t>AI-based field recognition improves the accuracy of form completion.</a:t>
            </a:r>
          </a:p>
          <a:p>
            <a:pPr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-apple-system-body"/>
              </a:rPr>
              <a:t>OCR technology enables automatic extraction of data from documents.</a:t>
            </a:r>
          </a:p>
          <a:p>
            <a:pPr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-apple-system-body"/>
              </a:rPr>
              <a:t>Secure local storage, PIN lock, and biometric authentication protect user information.</a:t>
            </a:r>
          </a:p>
          <a:p>
            <a:pPr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-apple-system-body"/>
              </a:rPr>
              <a:t>The floating Autofill Bubble offers quick and convenient form filling across applications.</a:t>
            </a:r>
          </a:p>
          <a:p>
            <a:pPr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-apple-system-body"/>
              </a:rPr>
              <a:t>Multilingual support increases accessibility for diverse users.</a:t>
            </a:r>
          </a:p>
          <a:p>
            <a:pPr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-apple-system-body"/>
              </a:rPr>
              <a:t>The system minimizes human errors and enhances productivity.</a:t>
            </a:r>
          </a:p>
          <a:p>
            <a:pPr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-apple-system-body"/>
              </a:rPr>
              <a:t>It demonstrates the practical application of AI, OCR, and Accessibility Services in real-world automation.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49545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FB2A0E-BACC-C334-C17C-FCF8E0BB4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12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F4E7E4-E074-D329-CD27-F7600424F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552938"/>
              </p:ext>
            </p:extLst>
          </p:nvPr>
        </p:nvGraphicFramePr>
        <p:xfrm>
          <a:off x="4511555" y="284862"/>
          <a:ext cx="3168890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8890">
                  <a:extLst>
                    <a:ext uri="{9D8B030D-6E8A-4147-A177-3AD203B41FA5}">
                      <a16:colId xmlns:a16="http://schemas.microsoft.com/office/drawing/2014/main" val="259821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indent="-457200" algn="ctr">
                        <a:buFont typeface="Wingdings" panose="05000000000000000000" pitchFamily="2" charset="2"/>
                        <a:buChar char="Ø"/>
                      </a:pPr>
                      <a:r>
                        <a:rPr lang="en-IN" sz="2700" b="1" dirty="0"/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24079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06B08C-E302-D50B-9B7C-01E8FA772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591802"/>
              </p:ext>
            </p:extLst>
          </p:nvPr>
        </p:nvGraphicFramePr>
        <p:xfrm>
          <a:off x="2230461" y="1315920"/>
          <a:ext cx="8128000" cy="47709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489948016"/>
                    </a:ext>
                  </a:extLst>
                </a:gridCol>
              </a:tblGrid>
              <a:tr h="477098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100" b="0" i="0" dirty="0">
                          <a:solidFill>
                            <a:schemeClr val="tx1"/>
                          </a:solidFill>
                          <a:effectLst/>
                          <a:latin typeface="-apple-system-body"/>
                        </a:rPr>
                        <a:t>Integration of advanced AI models for smarter and more accurate field recognition.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100" b="0" i="0" dirty="0">
                          <a:solidFill>
                            <a:schemeClr val="tx1"/>
                          </a:solidFill>
                          <a:effectLst/>
                          <a:latin typeface="-apple-system-body"/>
                        </a:rPr>
                        <a:t>Support for automatic OTP detection and autofill.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100" b="0" i="0" dirty="0">
                          <a:solidFill>
                            <a:schemeClr val="tx1"/>
                          </a:solidFill>
                          <a:effectLst/>
                          <a:latin typeface="-apple-system-body"/>
                        </a:rPr>
                        <a:t>Enhanced learning system to remember frequently used form-field mappings.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100" b="0" i="0" dirty="0">
                          <a:solidFill>
                            <a:schemeClr val="tx1"/>
                          </a:solidFill>
                          <a:effectLst/>
                          <a:latin typeface="-apple-system-body"/>
                        </a:rPr>
                        <a:t>Cloud backup and synchronization of profiles across multiple devices.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100" b="0" i="0" dirty="0">
                          <a:solidFill>
                            <a:schemeClr val="tx1"/>
                          </a:solidFill>
                          <a:effectLst/>
                          <a:latin typeface="-apple-system-body"/>
                        </a:rPr>
                        <a:t>Improved OCR support for regional languages and handwritten documents.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100" b="0" i="0" dirty="0">
                          <a:solidFill>
                            <a:schemeClr val="tx1"/>
                          </a:solidFill>
                          <a:effectLst/>
                          <a:latin typeface="-apple-system-body"/>
                        </a:rPr>
                        <a:t>Support for automatic dropdown, spinner, and checkbox selection.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100" b="0" i="0" dirty="0">
                          <a:solidFill>
                            <a:schemeClr val="tx1"/>
                          </a:solidFill>
                          <a:effectLst/>
                          <a:latin typeface="-apple-system-body"/>
                        </a:rPr>
                        <a:t>WebView and browser-specific autofill enhancements.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100" b="0" i="0" dirty="0">
                          <a:solidFill>
                            <a:schemeClr val="tx1"/>
                          </a:solidFill>
                          <a:effectLst/>
                          <a:latin typeface="-apple-system-body"/>
                        </a:rPr>
                        <a:t>QR code–based profile sharing and data transfer.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100" b="0" i="0" dirty="0">
                          <a:solidFill>
                            <a:schemeClr val="tx1"/>
                          </a:solidFill>
                          <a:effectLst/>
                          <a:latin typeface="-apple-system-body"/>
                        </a:rPr>
                        <a:t>Expansion into a complete AI-powered personal information management platform.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276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452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9646-E93C-1967-B61B-316EFA0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DA9428-B45B-20BA-B9BF-9EC990C7F486}"/>
              </a:ext>
            </a:extLst>
          </p:cNvPr>
          <p:cNvSpPr/>
          <p:nvPr/>
        </p:nvSpPr>
        <p:spPr>
          <a:xfrm>
            <a:off x="5057618" y="2967335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405D59-04E2-F173-8396-FFBCDFE0262A}"/>
              </a:ext>
            </a:extLst>
          </p:cNvPr>
          <p:cNvSpPr/>
          <p:nvPr/>
        </p:nvSpPr>
        <p:spPr>
          <a:xfrm>
            <a:off x="5310893" y="4262735"/>
            <a:ext cx="28200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Queries ?</a:t>
            </a:r>
          </a:p>
        </p:txBody>
      </p:sp>
    </p:spTree>
    <p:extLst>
      <p:ext uri="{BB962C8B-B14F-4D97-AF65-F5344CB8AC3E}">
        <p14:creationId xmlns:p14="http://schemas.microsoft.com/office/powerpoint/2010/main" val="31713410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821</TotalTime>
  <Words>1247</Words>
  <Application>Microsoft Office PowerPoint</Application>
  <PresentationFormat>Widescreen</PresentationFormat>
  <Paragraphs>132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-apple-system-body</vt:lpstr>
      <vt:lpstr>Arial</vt:lpstr>
      <vt:lpstr>Calibri</vt:lpstr>
      <vt:lpstr>Century Gothic</vt:lpstr>
      <vt:lpstr>Times New Roman</vt:lpstr>
      <vt:lpstr>Wingdings</vt:lpstr>
      <vt:lpstr>Wingdings 3</vt:lpstr>
      <vt:lpstr>Wisp</vt:lpstr>
      <vt:lpstr>           Presentation on  SMART AI  AUTOFILLER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Architecture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Singh Chouhan</dc:creator>
  <cp:lastModifiedBy>samyakchoudhary16@outlook.com</cp:lastModifiedBy>
  <cp:revision>29</cp:revision>
  <dcterms:created xsi:type="dcterms:W3CDTF">2024-09-26T07:25:32Z</dcterms:created>
  <dcterms:modified xsi:type="dcterms:W3CDTF">2026-06-16T05:13:51Z</dcterms:modified>
</cp:coreProperties>
</file>